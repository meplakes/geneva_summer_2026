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3870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43"/>
  </p:normalViewPr>
  <p:slideViewPr>
    <p:cSldViewPr snapToGrid="0">
      <p:cViewPr varScale="1">
        <p:scale>
          <a:sx n="118" d="100"/>
          <a:sy n="118" d="100"/>
        </p:scale>
        <p:origin x="21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33408"/>
            <a:ext cx="9144000" cy="1347446"/>
          </a:xfrm>
        </p:spPr>
        <p:txBody>
          <a:bodyPr anchor="b"/>
          <a:lstStyle>
            <a:lvl1pPr algn="ctr">
              <a:defRPr sz="338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32817"/>
            <a:ext cx="9144000" cy="934432"/>
          </a:xfrm>
        </p:spPr>
        <p:txBody>
          <a:bodyPr/>
          <a:lstStyle>
            <a:lvl1pPr marL="0" indent="0" algn="ctr">
              <a:buNone/>
              <a:defRPr sz="1355"/>
            </a:lvl1pPr>
            <a:lvl2pPr marL="258044" indent="0" algn="ctr">
              <a:buNone/>
              <a:defRPr sz="1129"/>
            </a:lvl2pPr>
            <a:lvl3pPr marL="516087" indent="0" algn="ctr">
              <a:buNone/>
              <a:defRPr sz="1016"/>
            </a:lvl3pPr>
            <a:lvl4pPr marL="774131" indent="0" algn="ctr">
              <a:buNone/>
              <a:defRPr sz="903"/>
            </a:lvl4pPr>
            <a:lvl5pPr marL="1032175" indent="0" algn="ctr">
              <a:buNone/>
              <a:defRPr sz="903"/>
            </a:lvl5pPr>
            <a:lvl6pPr marL="1290218" indent="0" algn="ctr">
              <a:buNone/>
              <a:defRPr sz="903"/>
            </a:lvl6pPr>
            <a:lvl7pPr marL="1548262" indent="0" algn="ctr">
              <a:buNone/>
              <a:defRPr sz="903"/>
            </a:lvl7pPr>
            <a:lvl8pPr marL="1806306" indent="0" algn="ctr">
              <a:buNone/>
              <a:defRPr sz="903"/>
            </a:lvl8pPr>
            <a:lvl9pPr marL="2064349" indent="0" algn="ctr">
              <a:buNone/>
              <a:defRPr sz="90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38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77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964894"/>
            <a:ext cx="10515600" cy="1609947"/>
          </a:xfrm>
        </p:spPr>
        <p:txBody>
          <a:bodyPr anchor="b"/>
          <a:lstStyle>
            <a:lvl1pPr>
              <a:defRPr sz="338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590072"/>
            <a:ext cx="10515600" cy="846633"/>
          </a:xfrm>
        </p:spPr>
        <p:txBody>
          <a:bodyPr/>
          <a:lstStyle>
            <a:lvl1pPr marL="0" indent="0">
              <a:buNone/>
              <a:defRPr sz="1355">
                <a:solidFill>
                  <a:schemeClr val="tx1">
                    <a:tint val="82000"/>
                  </a:schemeClr>
                </a:solidFill>
              </a:defRPr>
            </a:lvl1pPr>
            <a:lvl2pPr marL="258044" indent="0">
              <a:buNone/>
              <a:defRPr sz="1129">
                <a:solidFill>
                  <a:schemeClr val="tx1">
                    <a:tint val="82000"/>
                  </a:schemeClr>
                </a:solidFill>
              </a:defRPr>
            </a:lvl2pPr>
            <a:lvl3pPr marL="516087" indent="0">
              <a:buNone/>
              <a:defRPr sz="1016">
                <a:solidFill>
                  <a:schemeClr val="tx1">
                    <a:tint val="82000"/>
                  </a:schemeClr>
                </a:solidFill>
              </a:defRPr>
            </a:lvl3pPr>
            <a:lvl4pPr marL="774131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4pPr>
            <a:lvl5pPr marL="1032175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5pPr>
            <a:lvl6pPr marL="1290218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6pPr>
            <a:lvl7pPr marL="1548262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7pPr>
            <a:lvl8pPr marL="1806306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8pPr>
            <a:lvl9pPr marL="2064349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05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30295"/>
            <a:ext cx="5181600" cy="24556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30295"/>
            <a:ext cx="5181600" cy="24556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02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06059"/>
            <a:ext cx="10515600" cy="7480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948768"/>
            <a:ext cx="5157787" cy="464976"/>
          </a:xfrm>
        </p:spPr>
        <p:txBody>
          <a:bodyPr anchor="b"/>
          <a:lstStyle>
            <a:lvl1pPr marL="0" indent="0">
              <a:buNone/>
              <a:defRPr sz="1355" b="1"/>
            </a:lvl1pPr>
            <a:lvl2pPr marL="258044" indent="0">
              <a:buNone/>
              <a:defRPr sz="1129" b="1"/>
            </a:lvl2pPr>
            <a:lvl3pPr marL="516087" indent="0">
              <a:buNone/>
              <a:defRPr sz="1016" b="1"/>
            </a:lvl3pPr>
            <a:lvl4pPr marL="774131" indent="0">
              <a:buNone/>
              <a:defRPr sz="903" b="1"/>
            </a:lvl4pPr>
            <a:lvl5pPr marL="1032175" indent="0">
              <a:buNone/>
              <a:defRPr sz="903" b="1"/>
            </a:lvl5pPr>
            <a:lvl6pPr marL="1290218" indent="0">
              <a:buNone/>
              <a:defRPr sz="903" b="1"/>
            </a:lvl6pPr>
            <a:lvl7pPr marL="1548262" indent="0">
              <a:buNone/>
              <a:defRPr sz="903" b="1"/>
            </a:lvl7pPr>
            <a:lvl8pPr marL="1806306" indent="0">
              <a:buNone/>
              <a:defRPr sz="903" b="1"/>
            </a:lvl8pPr>
            <a:lvl9pPr marL="2064349" indent="0">
              <a:buNone/>
              <a:defRPr sz="90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413744"/>
            <a:ext cx="5157787" cy="20794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48768"/>
            <a:ext cx="5183188" cy="464976"/>
          </a:xfrm>
        </p:spPr>
        <p:txBody>
          <a:bodyPr anchor="b"/>
          <a:lstStyle>
            <a:lvl1pPr marL="0" indent="0">
              <a:buNone/>
              <a:defRPr sz="1355" b="1"/>
            </a:lvl1pPr>
            <a:lvl2pPr marL="258044" indent="0">
              <a:buNone/>
              <a:defRPr sz="1129" b="1"/>
            </a:lvl2pPr>
            <a:lvl3pPr marL="516087" indent="0">
              <a:buNone/>
              <a:defRPr sz="1016" b="1"/>
            </a:lvl3pPr>
            <a:lvl4pPr marL="774131" indent="0">
              <a:buNone/>
              <a:defRPr sz="903" b="1"/>
            </a:lvl4pPr>
            <a:lvl5pPr marL="1032175" indent="0">
              <a:buNone/>
              <a:defRPr sz="903" b="1"/>
            </a:lvl5pPr>
            <a:lvl6pPr marL="1290218" indent="0">
              <a:buNone/>
              <a:defRPr sz="903" b="1"/>
            </a:lvl6pPr>
            <a:lvl7pPr marL="1548262" indent="0">
              <a:buNone/>
              <a:defRPr sz="903" b="1"/>
            </a:lvl7pPr>
            <a:lvl8pPr marL="1806306" indent="0">
              <a:buNone/>
              <a:defRPr sz="903" b="1"/>
            </a:lvl8pPr>
            <a:lvl9pPr marL="2064349" indent="0">
              <a:buNone/>
              <a:defRPr sz="90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413744"/>
            <a:ext cx="5183188" cy="20794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52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0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23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58022"/>
            <a:ext cx="3932237" cy="903076"/>
          </a:xfrm>
        </p:spPr>
        <p:txBody>
          <a:bodyPr anchor="b"/>
          <a:lstStyle>
            <a:lvl1pPr>
              <a:defRPr sz="180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57256"/>
            <a:ext cx="6172200" cy="2750439"/>
          </a:xfrm>
        </p:spPr>
        <p:txBody>
          <a:bodyPr/>
          <a:lstStyle>
            <a:lvl1pPr>
              <a:defRPr sz="1806"/>
            </a:lvl1pPr>
            <a:lvl2pPr>
              <a:defRPr sz="1580"/>
            </a:lvl2pPr>
            <a:lvl3pPr>
              <a:defRPr sz="1355"/>
            </a:lvl3pPr>
            <a:lvl4pPr>
              <a:defRPr sz="1129"/>
            </a:lvl4pPr>
            <a:lvl5pPr>
              <a:defRPr sz="1129"/>
            </a:lvl5pPr>
            <a:lvl6pPr>
              <a:defRPr sz="1129"/>
            </a:lvl6pPr>
            <a:lvl7pPr>
              <a:defRPr sz="1129"/>
            </a:lvl7pPr>
            <a:lvl8pPr>
              <a:defRPr sz="1129"/>
            </a:lvl8pPr>
            <a:lvl9pPr>
              <a:defRPr sz="112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161097"/>
            <a:ext cx="3932237" cy="2151077"/>
          </a:xfrm>
        </p:spPr>
        <p:txBody>
          <a:bodyPr/>
          <a:lstStyle>
            <a:lvl1pPr marL="0" indent="0">
              <a:buNone/>
              <a:defRPr sz="903"/>
            </a:lvl1pPr>
            <a:lvl2pPr marL="258044" indent="0">
              <a:buNone/>
              <a:defRPr sz="790"/>
            </a:lvl2pPr>
            <a:lvl3pPr marL="516087" indent="0">
              <a:buNone/>
              <a:defRPr sz="677"/>
            </a:lvl3pPr>
            <a:lvl4pPr marL="774131" indent="0">
              <a:buNone/>
              <a:defRPr sz="564"/>
            </a:lvl4pPr>
            <a:lvl5pPr marL="1032175" indent="0">
              <a:buNone/>
              <a:defRPr sz="564"/>
            </a:lvl5pPr>
            <a:lvl6pPr marL="1290218" indent="0">
              <a:buNone/>
              <a:defRPr sz="564"/>
            </a:lvl6pPr>
            <a:lvl7pPr marL="1548262" indent="0">
              <a:buNone/>
              <a:defRPr sz="564"/>
            </a:lvl7pPr>
            <a:lvl8pPr marL="1806306" indent="0">
              <a:buNone/>
              <a:defRPr sz="564"/>
            </a:lvl8pPr>
            <a:lvl9pPr marL="2064349" indent="0">
              <a:buNone/>
              <a:defRPr sz="56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138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58022"/>
            <a:ext cx="3932237" cy="903076"/>
          </a:xfrm>
        </p:spPr>
        <p:txBody>
          <a:bodyPr anchor="b"/>
          <a:lstStyle>
            <a:lvl1pPr>
              <a:defRPr sz="180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57256"/>
            <a:ext cx="6172200" cy="2750439"/>
          </a:xfrm>
        </p:spPr>
        <p:txBody>
          <a:bodyPr anchor="t"/>
          <a:lstStyle>
            <a:lvl1pPr marL="0" indent="0">
              <a:buNone/>
              <a:defRPr sz="1806"/>
            </a:lvl1pPr>
            <a:lvl2pPr marL="258044" indent="0">
              <a:buNone/>
              <a:defRPr sz="1580"/>
            </a:lvl2pPr>
            <a:lvl3pPr marL="516087" indent="0">
              <a:buNone/>
              <a:defRPr sz="1355"/>
            </a:lvl3pPr>
            <a:lvl4pPr marL="774131" indent="0">
              <a:buNone/>
              <a:defRPr sz="1129"/>
            </a:lvl4pPr>
            <a:lvl5pPr marL="1032175" indent="0">
              <a:buNone/>
              <a:defRPr sz="1129"/>
            </a:lvl5pPr>
            <a:lvl6pPr marL="1290218" indent="0">
              <a:buNone/>
              <a:defRPr sz="1129"/>
            </a:lvl6pPr>
            <a:lvl7pPr marL="1548262" indent="0">
              <a:buNone/>
              <a:defRPr sz="1129"/>
            </a:lvl7pPr>
            <a:lvl8pPr marL="1806306" indent="0">
              <a:buNone/>
              <a:defRPr sz="1129"/>
            </a:lvl8pPr>
            <a:lvl9pPr marL="2064349" indent="0">
              <a:buNone/>
              <a:defRPr sz="112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161097"/>
            <a:ext cx="3932237" cy="2151077"/>
          </a:xfrm>
        </p:spPr>
        <p:txBody>
          <a:bodyPr/>
          <a:lstStyle>
            <a:lvl1pPr marL="0" indent="0">
              <a:buNone/>
              <a:defRPr sz="903"/>
            </a:lvl1pPr>
            <a:lvl2pPr marL="258044" indent="0">
              <a:buNone/>
              <a:defRPr sz="790"/>
            </a:lvl2pPr>
            <a:lvl3pPr marL="516087" indent="0">
              <a:buNone/>
              <a:defRPr sz="677"/>
            </a:lvl3pPr>
            <a:lvl4pPr marL="774131" indent="0">
              <a:buNone/>
              <a:defRPr sz="564"/>
            </a:lvl4pPr>
            <a:lvl5pPr marL="1032175" indent="0">
              <a:buNone/>
              <a:defRPr sz="564"/>
            </a:lvl5pPr>
            <a:lvl6pPr marL="1290218" indent="0">
              <a:buNone/>
              <a:defRPr sz="564"/>
            </a:lvl6pPr>
            <a:lvl7pPr marL="1548262" indent="0">
              <a:buNone/>
              <a:defRPr sz="564"/>
            </a:lvl7pPr>
            <a:lvl8pPr marL="1806306" indent="0">
              <a:buNone/>
              <a:defRPr sz="564"/>
            </a:lvl8pPr>
            <a:lvl9pPr marL="2064349" indent="0">
              <a:buNone/>
              <a:defRPr sz="56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46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177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06059"/>
            <a:ext cx="2628900" cy="327992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6059"/>
            <a:ext cx="7734300" cy="327992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01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59"/>
            <a:ext cx="10515600" cy="748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30295"/>
            <a:ext cx="10515600" cy="2455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587218"/>
            <a:ext cx="2743200" cy="206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FC9E5-492A-904C-81FD-C699A81C299F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587218"/>
            <a:ext cx="4114800" cy="206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587218"/>
            <a:ext cx="2743200" cy="206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F1B61-5D23-B544-AA2A-BF85058FF6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5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6087" rtl="0" eaLnBrk="1" latinLnBrk="0" hangingPunct="1">
        <a:lnSpc>
          <a:spcPct val="90000"/>
        </a:lnSpc>
        <a:spcBef>
          <a:spcPct val="0"/>
        </a:spcBef>
        <a:buNone/>
        <a:defRPr sz="24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9022" indent="-129022" algn="l" defTabSz="516087" rtl="0" eaLnBrk="1" latinLnBrk="0" hangingPunct="1">
        <a:lnSpc>
          <a:spcPct val="90000"/>
        </a:lnSpc>
        <a:spcBef>
          <a:spcPts val="564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387066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45109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129" kern="1200">
          <a:solidFill>
            <a:schemeClr val="tx1"/>
          </a:solidFill>
          <a:latin typeface="+mn-lt"/>
          <a:ea typeface="+mn-ea"/>
          <a:cs typeface="+mn-cs"/>
        </a:defRPr>
      </a:lvl3pPr>
      <a:lvl4pPr marL="903153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6" kern="1200">
          <a:solidFill>
            <a:schemeClr val="tx1"/>
          </a:solidFill>
          <a:latin typeface="+mn-lt"/>
          <a:ea typeface="+mn-ea"/>
          <a:cs typeface="+mn-cs"/>
        </a:defRPr>
      </a:lvl4pPr>
      <a:lvl5pPr marL="1161197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6" kern="1200">
          <a:solidFill>
            <a:schemeClr val="tx1"/>
          </a:solidFill>
          <a:latin typeface="+mn-lt"/>
          <a:ea typeface="+mn-ea"/>
          <a:cs typeface="+mn-cs"/>
        </a:defRPr>
      </a:lvl5pPr>
      <a:lvl6pPr marL="1419240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6" kern="1200">
          <a:solidFill>
            <a:schemeClr val="tx1"/>
          </a:solidFill>
          <a:latin typeface="+mn-lt"/>
          <a:ea typeface="+mn-ea"/>
          <a:cs typeface="+mn-cs"/>
        </a:defRPr>
      </a:lvl6pPr>
      <a:lvl7pPr marL="1677284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6" kern="1200">
          <a:solidFill>
            <a:schemeClr val="tx1"/>
          </a:solidFill>
          <a:latin typeface="+mn-lt"/>
          <a:ea typeface="+mn-ea"/>
          <a:cs typeface="+mn-cs"/>
        </a:defRPr>
      </a:lvl7pPr>
      <a:lvl8pPr marL="1935328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6" kern="1200">
          <a:solidFill>
            <a:schemeClr val="tx1"/>
          </a:solidFill>
          <a:latin typeface="+mn-lt"/>
          <a:ea typeface="+mn-ea"/>
          <a:cs typeface="+mn-cs"/>
        </a:defRPr>
      </a:lvl8pPr>
      <a:lvl9pPr marL="2193371" indent="-129022" algn="l" defTabSz="51608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1pPr>
      <a:lvl2pPr marL="258044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2pPr>
      <a:lvl3pPr marL="516087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3pPr>
      <a:lvl4pPr marL="774131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4pPr>
      <a:lvl5pPr marL="1032175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5pPr>
      <a:lvl6pPr marL="1290218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6pPr>
      <a:lvl7pPr marL="1548262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7pPr>
      <a:lvl8pPr marL="1806306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8pPr>
      <a:lvl9pPr marL="2064349" algn="l" defTabSz="516087" rtl="0" eaLnBrk="1" latinLnBrk="0" hangingPunct="1">
        <a:defRPr sz="10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A13925E-F391-C5A7-BFE2-025BD0CCE9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77"/>
          <a:stretch>
            <a:fillRect/>
          </a:stretch>
        </p:blipFill>
        <p:spPr>
          <a:xfrm>
            <a:off x="8309122" y="899635"/>
            <a:ext cx="3402522" cy="21246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C7D3A91-83F4-064F-4F1C-77F137B34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977" y="899635"/>
            <a:ext cx="3537345" cy="21843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BDF9279-6327-AEF9-868A-576D687080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83"/>
          <a:stretch>
            <a:fillRect/>
          </a:stretch>
        </p:blipFill>
        <p:spPr>
          <a:xfrm>
            <a:off x="480356" y="899635"/>
            <a:ext cx="3517120" cy="218431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2FA09C2-A14D-9813-1D27-8E01EB4B5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368" t="96034"/>
          <a:stretch>
            <a:fillRect/>
          </a:stretch>
        </p:blipFill>
        <p:spPr>
          <a:xfrm>
            <a:off x="8120573" y="3083946"/>
            <a:ext cx="3402522" cy="36822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BAE636E-4B78-D1DB-C52F-5DD759437C92}"/>
              </a:ext>
            </a:extLst>
          </p:cNvPr>
          <p:cNvSpPr txBox="1"/>
          <p:nvPr/>
        </p:nvSpPr>
        <p:spPr>
          <a:xfrm>
            <a:off x="1669411" y="44401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Aug 25</a:t>
            </a:r>
            <a:r>
              <a:rPr lang="fr-FR" b="1" baseline="30000" dirty="0"/>
              <a:t>th</a:t>
            </a:r>
            <a:r>
              <a:rPr lang="fr-FR" b="1" dirty="0"/>
              <a:t>, 2026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5910694-64BB-E6A0-E7D2-392CC2A4A651}"/>
              </a:ext>
            </a:extLst>
          </p:cNvPr>
          <p:cNvSpPr txBox="1"/>
          <p:nvPr/>
        </p:nvSpPr>
        <p:spPr>
          <a:xfrm>
            <a:off x="5256964" y="44401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Aug 29</a:t>
            </a:r>
            <a:r>
              <a:rPr lang="fr-FR" b="1" baseline="30000" dirty="0"/>
              <a:t>th</a:t>
            </a:r>
            <a:r>
              <a:rPr lang="fr-FR" b="1" dirty="0"/>
              <a:t>, 2026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9C73395-CD79-92F8-FCA1-67B381EBC803}"/>
              </a:ext>
            </a:extLst>
          </p:cNvPr>
          <p:cNvSpPr txBox="1"/>
          <p:nvPr/>
        </p:nvSpPr>
        <p:spPr>
          <a:xfrm>
            <a:off x="9087281" y="417046"/>
            <a:ext cx="15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Sep 3</a:t>
            </a:r>
            <a:r>
              <a:rPr lang="fr-FR" b="1" baseline="30000" dirty="0"/>
              <a:t>rd</a:t>
            </a:r>
            <a:r>
              <a:rPr lang="fr-FR" b="1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40537372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12</Words>
  <Application>Microsoft Macintosh PowerPoint</Application>
  <PresentationFormat>Personnalisé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Perga</dc:creator>
  <cp:lastModifiedBy>Marie Perga</cp:lastModifiedBy>
  <cp:revision>2</cp:revision>
  <dcterms:created xsi:type="dcterms:W3CDTF">2026-09-04T09:37:17Z</dcterms:created>
  <dcterms:modified xsi:type="dcterms:W3CDTF">2026-09-04T11:56:09Z</dcterms:modified>
</cp:coreProperties>
</file>